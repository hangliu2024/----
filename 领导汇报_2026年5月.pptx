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8952"/>
            <a:ext cx="12191695" cy="64008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BEE6"/>
                </a:solidFill>
              </a:rPr>
              <a:t>ENTERPRISE ASSET &amp; SECURITY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9260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企业资产与信息安全综合管理平台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836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CAAD2"/>
                </a:solidFill>
              </a:rPr>
              <a:t>B/S三层架构  |  Flask + MySQL + Ollama AI  |  v1.3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320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CAAD2"/>
                </a:solidFill>
              </a:rPr>
              <a:t>汇报日期：2026年5月8日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960120"/>
            <a:ext cx="5303520" cy="2743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97840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核心业务价值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298448"/>
            <a:ext cx="91440" cy="402336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298448"/>
            <a:ext cx="5166360" cy="402336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33502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65D"/>
                </a:solidFill>
              </a:rPr>
              <a:t>数据集中化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49961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05050"/>
                </a:solidFill>
              </a:rPr>
              <a:t>9.3万员工档案统一管理，消除信息孤岛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755648"/>
            <a:ext cx="91440" cy="402336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1755648"/>
            <a:ext cx="5166360" cy="402336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179222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65D"/>
                </a:solidFill>
              </a:rPr>
              <a:t>查询自助化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195681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05050"/>
                </a:solidFill>
              </a:rPr>
              <a:t>自然语言查数据，响应周期从天缩短到秒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212848"/>
            <a:ext cx="91440" cy="402336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212848"/>
            <a:ext cx="5166360" cy="402336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24942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65D"/>
                </a:solidFill>
              </a:rPr>
              <a:t>权限精细化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241401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05050"/>
                </a:solidFill>
              </a:rPr>
              <a:t>最小粒度到人-系统-操作，部门数据隔离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670048"/>
            <a:ext cx="91440" cy="402336"/>
          </a:xfrm>
          <a:prstGeom prst="rect">
            <a:avLst/>
          </a:prstGeom>
          <a:solidFill>
            <a:srgbClr val="0F8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2670048"/>
            <a:ext cx="5166360" cy="402336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70662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65D"/>
                </a:solidFill>
              </a:rPr>
              <a:t>资产可视化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287121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05050"/>
                </a:solidFill>
              </a:rPr>
              <a:t>人机关联，归属清晰，丢失可快速定位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127248"/>
            <a:ext cx="91440" cy="40233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3127248"/>
            <a:ext cx="5166360" cy="402336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16382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65D"/>
                </a:solidFill>
              </a:rPr>
              <a:t>安全合规化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332841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05050"/>
                </a:solidFill>
              </a:rPr>
              <a:t>操作留痕，权限到人，满足保密资质要求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584448"/>
            <a:ext cx="91440" cy="40233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3584448"/>
            <a:ext cx="5166360" cy="402336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62102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65D"/>
                </a:solidFill>
              </a:rPr>
              <a:t>AI智能化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3785615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05050"/>
                </a:solidFill>
              </a:rPr>
              <a:t>非技术人员自主查询，解放IT生产力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960120"/>
            <a:ext cx="3017520" cy="2743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97840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项目进展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1298448"/>
            <a:ext cx="91440" cy="40233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1298448"/>
            <a:ext cx="2880360" cy="402336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133502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</a:rPr>
              <a:t>人员管理系统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149961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05050"/>
                </a:solidFill>
              </a:rPr>
              <a:t>93,000+员工档案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60" y="1755648"/>
            <a:ext cx="91440" cy="402336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1755648"/>
            <a:ext cx="2880360" cy="402336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179222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0D2"/>
                </a:solidFill>
              </a:rPr>
              <a:t>IT资产管理系统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195681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05050"/>
                </a:solidFill>
              </a:rPr>
              <a:t>1,000+办公电脑+500+工控机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60" y="2212848"/>
            <a:ext cx="91440" cy="402336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17920" y="2212848"/>
            <a:ext cx="2880360" cy="402336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224942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3C3C"/>
                </a:solidFill>
              </a:rPr>
              <a:t>安全管控平台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241401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05050"/>
                </a:solidFill>
              </a:rPr>
              <a:t>涉密人/物/区域/文件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80760" y="2670048"/>
            <a:ext cx="91440" cy="40233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17920" y="2670048"/>
            <a:ext cx="2880360" cy="402336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270662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030A0"/>
                </a:solidFill>
              </a:rPr>
              <a:t>AI智能问答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287121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05050"/>
                </a:solidFill>
              </a:rPr>
              <a:t>自然语言秒级查数据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80760" y="3127248"/>
            <a:ext cx="91440" cy="402336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17920" y="3127248"/>
            <a:ext cx="2880360" cy="402336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09360" y="316382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700"/>
                </a:solidFill>
              </a:rPr>
              <a:t>权限安全加固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0" y="332841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05050"/>
                </a:solidFill>
              </a:rPr>
              <a:t>CSRF+开放重定向+密码策略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80760" y="3584448"/>
            <a:ext cx="91440" cy="40233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17920" y="3584448"/>
            <a:ext cx="2880360" cy="402336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09360" y="362102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8080"/>
                </a:solidFill>
              </a:rPr>
              <a:t>界面统一优化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9360" y="3785615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05050"/>
                </a:solidFill>
              </a:rPr>
              <a:t>小米设计风格一致体验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26880" y="960120"/>
            <a:ext cx="2651760" cy="2743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18320" y="978408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里程碑节点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26880" y="1298448"/>
            <a:ext cx="2651760" cy="402336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326880" y="1298448"/>
            <a:ext cx="91440" cy="40233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464040" y="133502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</a:rPr>
              <a:t>5/14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64040" y="1517904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C3C50"/>
                </a:solidFill>
              </a:rPr>
              <a:t>安全收尾完成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326880" y="1755648"/>
            <a:ext cx="2651760" cy="402336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326880" y="1755648"/>
            <a:ext cx="91440" cy="402336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464040" y="179222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D2"/>
                </a:solidFill>
              </a:rPr>
              <a:t>5/21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64040" y="1975104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C3C50"/>
                </a:solidFill>
              </a:rPr>
              <a:t>全面回归测试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326880" y="2212848"/>
            <a:ext cx="2651760" cy="402336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326880" y="2212848"/>
            <a:ext cx="91440" cy="402336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464040" y="224942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D2"/>
                </a:solidFill>
              </a:rPr>
              <a:t>5/28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464040" y="2432304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C3C50"/>
                </a:solidFill>
              </a:rPr>
              <a:t>性能优化文档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326880" y="2670048"/>
            <a:ext cx="2651760" cy="402336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326880" y="2670048"/>
            <a:ext cx="91440" cy="402336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464040" y="270662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700"/>
                </a:solidFill>
              </a:rPr>
              <a:t>6/7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464040" y="2889504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C3C50"/>
                </a:solidFill>
              </a:rPr>
              <a:t>正式上线运行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4224528"/>
            <a:ext cx="11430000" cy="18288"/>
          </a:xfrm>
          <a:prstGeom prst="rect">
            <a:avLst/>
          </a:prstGeom>
          <a:solidFill>
            <a:srgbClr val="DC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65760" y="4315968"/>
            <a:ext cx="11430000" cy="15087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57200" y="4389120"/>
            <a:ext cx="1508760" cy="530352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02920" y="440740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93,000+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4663440"/>
            <a:ext cx="1417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6B4DC"/>
                </a:solidFill>
              </a:rPr>
              <a:t>员工档案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039112" y="4389120"/>
            <a:ext cx="1508760" cy="530352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84831" y="440740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1,000+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84831" y="4663440"/>
            <a:ext cx="1417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6B4DC"/>
                </a:solidFill>
              </a:rPr>
              <a:t>办公电脑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621024" y="4389120"/>
            <a:ext cx="1508760" cy="530352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666744" y="440740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500+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666744" y="4663440"/>
            <a:ext cx="1417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6B4DC"/>
                </a:solidFill>
              </a:rPr>
              <a:t>工控机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202936" y="4389120"/>
            <a:ext cx="1508760" cy="530352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248655" y="440740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7级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248655" y="4663440"/>
            <a:ext cx="1417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6B4DC"/>
                </a:solidFill>
              </a:rPr>
              <a:t>角色权限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784848" y="4389120"/>
            <a:ext cx="1508760" cy="530352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830568" y="440740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CSRF+XSS+SQL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830568" y="4663440"/>
            <a:ext cx="1417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6B4DC"/>
                </a:solidFill>
              </a:rPr>
              <a:t>安全防护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366760" y="4389120"/>
            <a:ext cx="1508760" cy="530352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412480" y="440740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50+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412480" y="4663440"/>
            <a:ext cx="1417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6B4DC"/>
                </a:solidFill>
              </a:rPr>
              <a:t>API接口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948672" y="4389120"/>
            <a:ext cx="1508760" cy="530352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994392" y="440740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秒级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994392" y="4663440"/>
            <a:ext cx="1417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6B4DC"/>
                </a:solidFill>
              </a:rPr>
              <a:t>查询响应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1430000" y="4315968"/>
            <a:ext cx="320040" cy="1508760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1475720" y="4407408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6/7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475720" y="4663440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C896"/>
                </a:solidFill>
              </a:rPr>
              <a:t>预计上线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57200" y="589788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296B4"/>
                </a:solidFill>
              </a:rPr>
              <a:t>Enterprise Asset &amp; Security Management Platform v1.3  |  数据截至：2026-05-08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