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📊 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汇报日期：2026年05月26日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人员管理系统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618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280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93,000+ 员工档案，80+ 字段覆盖全生命周期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01368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01368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IT资产管理系统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470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1,000+ 办公电脑 · 500+ 工控机，全生命周期管理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68296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68296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安全管控平台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957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4140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涉密人/物/区域/文件四位一体，RBAC权限体系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35224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35224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AI智能问答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6265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809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自然语言查数据，秒级响应，无需SQL技能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02152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02152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29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权限安全加固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547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CSRF防护、部门数据隔离、密码策略统一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069080"/>
            <a:ext cx="685800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界面统一优化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11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小米设计风格，体验一致，交互友好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36008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36008"/>
            <a:ext cx="61722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🟡 日志审计收尾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681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操作留痕，支持合规审计追溯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02936"/>
            <a:ext cx="6858000" cy="41148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202936"/>
            <a:ext cx="61722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30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🟡 安全测试收尾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230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2486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C8DC"/>
                </a:solidFill>
              </a:rPr>
              <a:t>代码审计+渗透测试，6月前完成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234440"/>
            <a:ext cx="1234440" cy="530352"/>
          </a:xfrm>
          <a:prstGeom prst="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12527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5/8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14904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4C8"/>
                </a:solidFill>
              </a:rPr>
              <a:t>安全加固 + 权限体系完成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1828800"/>
            <a:ext cx="1234440" cy="530352"/>
          </a:xfrm>
          <a:prstGeom prst="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184708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5/14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208483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4C8"/>
                </a:solidFill>
              </a:rPr>
              <a:t>安全收尾 + 第一轮测试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2423160"/>
            <a:ext cx="1234440" cy="530352"/>
          </a:xfrm>
          <a:prstGeom prst="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244144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5/21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267919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4C8"/>
                </a:solidFill>
              </a:rPr>
              <a:t>全面回归测试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3017520"/>
            <a:ext cx="1234440" cy="530352"/>
          </a:xfrm>
          <a:prstGeom prst="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41080" y="30358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5/28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32735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4C8"/>
                </a:solidFill>
              </a:rPr>
              <a:t>性能优化 + 文档完善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3611879"/>
            <a:ext cx="1234440" cy="530352"/>
          </a:xfrm>
          <a:prstGeom prst="rect">
            <a:avLst/>
          </a:prstGeom>
          <a:solidFill>
            <a:srgbClr val="3C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363016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700"/>
                </a:solidFill>
              </a:rPr>
              <a:t>6/7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386791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4C8"/>
                </a:solidFill>
              </a:rPr>
              <a:t>✅ 正式上线运行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852160"/>
            <a:ext cx="114300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989320"/>
            <a:ext cx="320040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</a:rPr>
              <a:t>✅ 功能开发完成度：100%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5989320"/>
            <a:ext cx="3200400" cy="5486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</a:rPr>
              <a:t>🟡 安全测试收尾：90%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5989320"/>
            <a:ext cx="4114800" cy="54864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6035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🎯 预计上线：2026年6月7日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