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E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C3C50"/>
                </a:solidFill>
              </a:rPr>
              <a:t>资产管理系统如何支撑企业“五防”管控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8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AAD2"/>
                </a:solidFill>
              </a:rPr>
              <a:t>2026年5月8日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19456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194560" cy="502920"/>
          </a:xfrm>
          <a:prstGeom prst="rect">
            <a:avLst/>
          </a:prstGeom>
          <a:solidFill>
            <a:srgbClr val="E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50"/>
                </a:solidFill>
              </a:rPr>
              <a:t>防越权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2011680" cy="914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部门数据隔离
7级RBAC权限
API Key+CSRF认证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005840"/>
            <a:ext cx="219456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005840"/>
            <a:ext cx="2194560" cy="50292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051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50"/>
                </a:solidFill>
              </a:rPr>
              <a:t>防泄露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600200"/>
            <a:ext cx="2011680" cy="914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79" y="1737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涉密人/物/区域管控
导出留痕+字段保护
涉密文件全生命周期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005840"/>
            <a:ext cx="219456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005840"/>
            <a:ext cx="219456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1051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50"/>
                </a:solidFill>
              </a:rPr>
              <a:t>防丢失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1600200"/>
            <a:ext cx="2011680" cy="914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737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人机绑定可追溯
资产全生命周期管理
介质责任到人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005840"/>
            <a:ext cx="219456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005840"/>
            <a:ext cx="2194560" cy="50292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799" y="1051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50"/>
                </a:solidFill>
              </a:rPr>
              <a:t>防违规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799" y="1600200"/>
            <a:ext cx="2011680" cy="914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1737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操作全程留痕
邮件服务器配置
密码策略统一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1005840"/>
            <a:ext cx="219456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005840"/>
            <a:ext cx="2194560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1051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50"/>
                </a:solidFill>
              </a:rPr>
              <a:t>防篡改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19" y="1600200"/>
            <a:ext cx="2011680" cy="914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17373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权限最小化
修改有记录
CSRF+XSS+SQL防护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94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五防管控覆盖模块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1874519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133087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3C50"/>
                </a:solidFill>
              </a:rPr>
              <a:t>维度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4114800"/>
            <a:ext cx="182880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04872" y="4133087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3C50"/>
                </a:solidFill>
              </a:rPr>
              <a:t>人员管理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114800"/>
            <a:ext cx="182880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33672" y="4133087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3C50"/>
                </a:solidFill>
              </a:rPr>
              <a:t>资产管理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114800"/>
            <a:ext cx="182880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62472" y="4133087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3C50"/>
                </a:solidFill>
              </a:rPr>
              <a:t>安全管理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4114800"/>
            <a:ext cx="182880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4133087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3C50"/>
                </a:solidFill>
              </a:rPr>
              <a:t>AI服务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20" y="4114800"/>
            <a:ext cx="182880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0072" y="4133087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3C50"/>
                </a:solidFill>
              </a:rPr>
              <a:t>系统管理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80560"/>
            <a:ext cx="1874519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51713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365D"/>
                </a:solidFill>
              </a:rPr>
              <a:t>防越权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31720" y="4480560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04872" y="4517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部门隔离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4480560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33672" y="4517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权限过滤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480560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62472" y="4517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角色授权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4480560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91272" y="4517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API认证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46920" y="4480560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20072" y="4517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7级RBAC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773168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4809744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365D"/>
                </a:solidFill>
              </a:rPr>
              <a:t>防泄露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477316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04872" y="4809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字段保护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477316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3672" y="4809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导出留痕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477316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62472" y="4809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涉密管控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477316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91272" y="4809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数据脱敏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20" y="477316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20072" y="4809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日志审计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065776"/>
            <a:ext cx="1874519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5102352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365D"/>
                </a:solidFill>
              </a:rPr>
              <a:t>防丢失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31720" y="5065776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04872" y="510235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档案追踪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60520" y="5065776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33672" y="510235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人机绑定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89320" y="5065776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62472" y="510235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责任到人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5065776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91272" y="510235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操作日志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46920" y="5065776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20072" y="510235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资产盘点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5358384"/>
            <a:ext cx="187451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5394960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365D"/>
                </a:solidFill>
              </a:rPr>
              <a:t>防违规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31720" y="535838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04872" y="539496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密码策略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60520" y="535838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33672" y="539496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流程审批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89320" y="535838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62472" y="539496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涉密规范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18120" y="535838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91272" y="539496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请求审计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46920" y="535838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20072" y="539496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操作留痕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650992"/>
            <a:ext cx="1874519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568756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365D"/>
                </a:solidFill>
              </a:rPr>
              <a:t>防篡改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31720" y="5650992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404872" y="56875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修改记录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60520" y="5650992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33672" y="56875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删除审核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89320" y="5650992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62472" y="56875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CSRF防护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18120" y="5650992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91272" y="56875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输入校验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46920" y="5650992"/>
            <a:ext cx="18288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20072" y="56875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C3C50"/>
                </a:solidFill>
              </a:rPr>
              <a:t>最小权限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61447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296B4"/>
                </a:solidFill>
              </a:rPr>
              <a:t>Enterprise Asset &amp; Security Platform v1.3 | 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