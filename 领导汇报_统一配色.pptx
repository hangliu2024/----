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E6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企业资产与信息安全综合管理平台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AAD2"/>
                </a:solidFill>
              </a:rPr>
              <a:t>B/S三层架构  |  Flask + MySQL + Ollama AI  | 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7132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2026年5月8日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3749039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数据集中化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93,000+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员工档案统一管理，消除信息孤岛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51560"/>
            <a:ext cx="3749039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43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权限精细化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3990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7级RBAC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最小粒度到人-系统-操作，部门数据隔离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51560"/>
            <a:ext cx="3749039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143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AI智能化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3990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自然语言查数据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D2F0"/>
                </a:solidFill>
              </a:rPr>
              <a:t>非技术人员自主查询，秒级响应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920239"/>
            <a:ext cx="91440" cy="18288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89280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B4D2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48839"/>
            <a:ext cx="11247120" cy="274320"/>
          </a:xfrm>
          <a:prstGeom prst="rect">
            <a:avLst/>
          </a:prstGeom>
          <a:solidFill>
            <a:srgbClr val="F5F7FC"/>
          </a:solidFill>
          <a:ln w="6350">
            <a:solidFill>
              <a:srgbClr val="0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85415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2AA"/>
                </a:solidFill>
              </a:rPr>
              <a:t>已上线运行  |  6大核心模块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人员管理系统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9.3万员工档案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9736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IT资产管理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9736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1000+办公电脑+500+工控机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2544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安全管控平台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涉密人/物/区域/文件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35623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1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AI智能问答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1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意图识别+SQL生成+自然语言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59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权限安全加固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CSRF+XSS+密码策略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514599"/>
            <a:ext cx="1828800" cy="594360"/>
          </a:xfrm>
          <a:prstGeom prst="rect">
            <a:avLst/>
          </a:prstGeom>
          <a:solidFill>
            <a:srgbClr val="00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0967" y="2569463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界面统一优化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2834639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CFF"/>
                </a:solidFill>
              </a:rPr>
              <a:t>小米设计风格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108959"/>
            <a:ext cx="91440" cy="18288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308152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B4D2"/>
                </a:solidFill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91839"/>
            <a:ext cx="11247120" cy="274320"/>
          </a:xfrm>
          <a:prstGeom prst="rect">
            <a:avLst/>
          </a:prstGeom>
          <a:solidFill>
            <a:srgbClr val="F5F7FC"/>
          </a:solidFill>
          <a:ln w="6350">
            <a:solidFill>
              <a:srgbClr val="E6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328415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5000"/>
                </a:solidFill>
              </a:rPr>
              <a:t>收尾中  |  安全测试 + 全面回归测试 + 性能优化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57599"/>
            <a:ext cx="214884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657599"/>
            <a:ext cx="1933956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694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90%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6941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日志审计收尾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931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C3C50"/>
                </a:solidFill>
              </a:rPr>
              <a:t>操作留痕，合规审计追溯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80" y="3657599"/>
            <a:ext cx="214884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97480" y="3657599"/>
            <a:ext cx="1933956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3694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90%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7208" y="36941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安全测试收尾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7208" y="3931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C3C50"/>
                </a:solidFill>
              </a:rPr>
              <a:t>代码审计+渗透测试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3657599"/>
            <a:ext cx="214884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3657599"/>
            <a:ext cx="161163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694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75%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7488" y="36941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全面回归测试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3931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C3C50"/>
                </a:solidFill>
              </a:rPr>
              <a:t>功能+性能+安全验证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3657599"/>
            <a:ext cx="214884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78040" y="3657599"/>
            <a:ext cx="1289304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3694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60%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87768" y="36941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性能优化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87768" y="3931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C3C50"/>
                </a:solidFill>
              </a:rPr>
              <a:t>索引+字段+导入效率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657599"/>
            <a:ext cx="214884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18320" y="3657599"/>
            <a:ext cx="107442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18520" y="3694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50%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28048" y="36941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65D"/>
                </a:solidFill>
              </a:rPr>
              <a:t>文档完善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28048" y="3931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C3C50"/>
                </a:solidFill>
              </a:rPr>
              <a:t>用户手册+部署文档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206240"/>
            <a:ext cx="91440" cy="18288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0" y="417880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B4D2"/>
                </a:solidFill>
              </a:rPr>
              <a:t>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89120"/>
            <a:ext cx="11247120" cy="274320"/>
          </a:xfrm>
          <a:prstGeom prst="rect">
            <a:avLst/>
          </a:prstGeom>
          <a:solidFill>
            <a:srgbClr val="F5F7FC"/>
          </a:solidFill>
          <a:ln w="6350">
            <a:solidFill>
              <a:srgbClr val="0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" y="442569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2AA"/>
                </a:solidFill>
              </a:rPr>
              <a:t>里程碑  |  上线倒计时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754880"/>
            <a:ext cx="2606040" cy="502920"/>
          </a:xfrm>
          <a:prstGeom prst="rect">
            <a:avLst/>
          </a:prstGeom>
          <a:solidFill>
            <a:srgbClr val="3C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" y="4791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8" y="50474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D2F0"/>
                </a:solidFill>
              </a:rPr>
              <a:t>安全收尾完成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29000" y="4754880"/>
            <a:ext cx="2606040" cy="502920"/>
          </a:xfrm>
          <a:prstGeom prst="rect">
            <a:avLst/>
          </a:prstGeom>
          <a:solidFill>
            <a:srgbClr val="3C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38728" y="4791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38728" y="50474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D2F0"/>
                </a:solidFill>
              </a:rPr>
              <a:t>全面测试完成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4754880"/>
            <a:ext cx="2606040" cy="502920"/>
          </a:xfrm>
          <a:prstGeom prst="rect">
            <a:avLst/>
          </a:prstGeom>
          <a:solidFill>
            <a:srgbClr val="3C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27648" y="4791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7648" y="50474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D2F0"/>
                </a:solidFill>
              </a:rPr>
              <a:t>优化文档完成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06840" y="4754880"/>
            <a:ext cx="260604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16567" y="4791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6/7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16567" y="50474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D2F0"/>
                </a:solidFill>
              </a:rPr>
              <a:t>正式上线运行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37560" y="4992624"/>
            <a:ext cx="182880" cy="36576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64408" y="49194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2E6"/>
                </a:solidFill>
              </a:rPr>
              <a:t>▶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0" y="4992624"/>
            <a:ext cx="182880" cy="36576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53328" y="49194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2E6"/>
                </a:solidFill>
              </a:rPr>
              <a:t>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15400" y="4992624"/>
            <a:ext cx="182880" cy="36576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42248" y="49194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2E6"/>
                </a:solidFill>
              </a:rPr>
              <a:t>▶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525780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321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C8E6"/>
                </a:solidFill>
              </a:rPr>
              <a:t>系统规模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2064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93,000+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2064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618488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673352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1,000+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73352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79776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34640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500+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34640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41064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95928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200+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95928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部门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02352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57216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7级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57216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3640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18503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CSRF+XSS+SQL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18503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安全防护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24927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479792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79792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智能问答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86215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41080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747503" y="557784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802367" y="561441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秒级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02367" y="5907024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972800" y="5257800"/>
            <a:ext cx="1097280" cy="1097280"/>
          </a:xfrm>
          <a:prstGeom prst="rect">
            <a:avLst/>
          </a:prstGeom>
          <a:solidFill>
            <a:srgbClr val="E6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027664" y="5349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6/7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27664" y="56692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预计上线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629107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296B4"/>
                </a:solidFill>
              </a:rPr>
              <a:t>v1.3  |  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