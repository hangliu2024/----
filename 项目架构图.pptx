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企业资产与信息安全综合管理平台 - 系统架构图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BEE6"/>
                </a:solidFill>
              </a:rPr>
              <a:t>B/S架构  ·  Flask 2.x + MySQL 8.0 + Ollama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097280" cy="29260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用户层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969264"/>
            <a:ext cx="1188720" cy="384048"/>
          </a:xfrm>
          <a:prstGeom prst="rect">
            <a:avLst/>
          </a:prstGeom>
          <a:solidFill>
            <a:srgbClr val="FF6700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管理员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969264"/>
            <a:ext cx="118872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部门管理员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969264"/>
            <a:ext cx="1188720" cy="384048"/>
          </a:xfrm>
          <a:prstGeom prst="rect">
            <a:avLst/>
          </a:prstGeom>
          <a:solidFill>
            <a:srgbClr val="646478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普通员工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969264"/>
            <a:ext cx="1188720" cy="384048"/>
          </a:xfrm>
          <a:prstGeom prst="rect">
            <a:avLst/>
          </a:prstGeom>
          <a:solidFill>
            <a:srgbClr val="8C3CB4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外部API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417320"/>
            <a:ext cx="91440" cy="320040"/>
          </a:xfrm>
          <a:prstGeom prst="rect">
            <a:avLst/>
          </a:prstGeom>
          <a:solidFill>
            <a:srgbClr val="96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1280160" cy="27432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安全网关层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103120"/>
            <a:ext cx="2651760" cy="384048"/>
          </a:xfrm>
          <a:prstGeom prst="rect">
            <a:avLst/>
          </a:prstGeom>
          <a:solidFill>
            <a:srgbClr val="FFF8EB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B45A00"/>
                </a:solidFill>
              </a:rPr>
              <a:t>CSRF防护 · API密钥认证 · JWT会话 · 限流熔断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542032"/>
            <a:ext cx="91440" cy="320040"/>
          </a:xfrm>
          <a:prstGeom prst="rect">
            <a:avLst/>
          </a:prstGeom>
          <a:solidFill>
            <a:srgbClr val="96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1097280" cy="2743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应用服务层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2852928"/>
            <a:ext cx="1280160" cy="566928"/>
          </a:xfrm>
          <a:prstGeom prst="rect">
            <a:avLst/>
          </a:prstGeom>
          <a:solidFill>
            <a:srgbClr val="FF6700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认证服务
/auth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852928"/>
            <a:ext cx="1280160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人员管理
/personnel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852928"/>
            <a:ext cx="1280160" cy="566928"/>
          </a:xfrm>
          <a:prstGeom prst="rect">
            <a:avLst/>
          </a:prstGeom>
          <a:solidFill>
            <a:srgbClr val="0F9464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IT资产管理
/assets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852928"/>
            <a:ext cx="1280160" cy="566928"/>
          </a:xfrm>
          <a:prstGeom prst="rect">
            <a:avLst/>
          </a:prstGeom>
          <a:solidFill>
            <a:srgbClr val="C83C3C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安全管控
/security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852928"/>
            <a:ext cx="1280160" cy="566928"/>
          </a:xfrm>
          <a:prstGeom prst="rect">
            <a:avLst/>
          </a:prstGeom>
          <a:solidFill>
            <a:srgbClr val="8232BE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AI助手
/ai_assistant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852928"/>
            <a:ext cx="1280160" cy="566928"/>
          </a:xfrm>
          <a:prstGeom prst="rect">
            <a:avLst/>
          </a:prstGeom>
          <a:solidFill>
            <a:srgbClr val="646464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系统管理
/admin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2852928"/>
            <a:ext cx="1280160" cy="566928"/>
          </a:xfrm>
          <a:prstGeom prst="rect">
            <a:avLst/>
          </a:prstGeom>
          <a:solidFill>
            <a:srgbClr val="3C82AA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日志审计
/audit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3474720"/>
            <a:ext cx="91440" cy="320040"/>
          </a:xfrm>
          <a:prstGeom prst="rect">
            <a:avLst/>
          </a:prstGeom>
          <a:solidFill>
            <a:srgbClr val="96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822191"/>
            <a:ext cx="1097280" cy="2743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数据层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794760"/>
            <a:ext cx="3474720" cy="475488"/>
          </a:xfrm>
          <a:prstGeom prst="rect">
            <a:avLst/>
          </a:prstGeom>
          <a:solidFill>
            <a:srgbClr val="EBF2FF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3C82"/>
                </a:solidFill>
              </a:rPr>
              <a:t>🗄  MySQL 8.0
11张核心业务表 · 索引优化 · 主从复制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794760"/>
            <a:ext cx="2560320" cy="475488"/>
          </a:xfrm>
          <a:prstGeom prst="rect">
            <a:avLst/>
          </a:prstGeom>
          <a:solidFill>
            <a:srgbClr val="FFF0F8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A02850"/>
                </a:solidFill>
              </a:rPr>
              <a:t>⚡  Redis 缓存
会话存储 · 权限缓存 · 限流计数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474720" cy="475488"/>
          </a:xfrm>
          <a:prstGeom prst="rect">
            <a:avLst/>
          </a:prstGeom>
          <a:solidFill>
            <a:srgbClr val="F5F0FF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428AA"/>
                </a:solidFill>
              </a:rPr>
              <a:t>🤖  Ollama AI
意图识别 · SQL生成 · 自然语言回答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532120"/>
            <a:ext cx="914400" cy="2560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系统规模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33872"/>
            <a:ext cx="1417320" cy="658368"/>
          </a:xfrm>
          <a:prstGeom prst="rect">
            <a:avLst/>
          </a:prstGeom>
          <a:solidFill>
            <a:srgbClr val="1A365D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👥 93,000+
员工档案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5833872"/>
            <a:ext cx="1417320" cy="658368"/>
          </a:xfrm>
          <a:prstGeom prst="rect">
            <a:avLst/>
          </a:prstGeom>
          <a:solidFill>
            <a:srgbClr val="1A365D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💻 1,000+
办公电脑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79" y="5833872"/>
            <a:ext cx="1417320" cy="658368"/>
          </a:xfrm>
          <a:prstGeom prst="rect">
            <a:avLst/>
          </a:prstGeom>
          <a:solidFill>
            <a:srgbClr val="1A365D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🔧 500+
工控机设备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33872"/>
            <a:ext cx="1417320" cy="658368"/>
          </a:xfrm>
          <a:prstGeom prst="rect">
            <a:avLst/>
          </a:prstGeom>
          <a:solidFill>
            <a:srgbClr val="1A365D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🔐 7级
角色权限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833872"/>
            <a:ext cx="1417320" cy="658368"/>
          </a:xfrm>
          <a:prstGeom prst="rect">
            <a:avLst/>
          </a:prstGeom>
          <a:solidFill>
            <a:srgbClr val="1A365D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🤖 AI
智能问答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5833872"/>
            <a:ext cx="1417320" cy="658368"/>
          </a:xfrm>
          <a:prstGeom prst="rect">
            <a:avLst/>
          </a:prstGeom>
          <a:solidFill>
            <a:srgbClr val="1A365D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📊 50+ RESTful
API接口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5833872"/>
            <a:ext cx="1417320" cy="658368"/>
          </a:xfrm>
          <a:prstGeom prst="rect">
            <a:avLst/>
          </a:prstGeom>
          <a:solidFill>
            <a:srgbClr val="1A365D"/>
          </a:solidFill>
          <a:ln w="12700">
            <a:solidFill>
              <a:srgbClr val="B4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🛡️ CSRF+XSS+SQL
全防护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3093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4"/>
                </a:solidFill>
              </a:rPr>
              <a:t>数据截至：2026-05-08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