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9264"/>
            <a:ext cx="12191695" cy="4572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EE6"/>
                </a:solidFill>
              </a:rPr>
              <a:t>ENTERPRISE ASSET &amp; SECURITY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企业资产与信息安全综合管理平台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AD2"/>
                </a:solidFill>
              </a:rPr>
              <a:t>B/S三层架构  |  Flask + MySQL + Ollama AI  |  v1.3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65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AD2"/>
                </a:solidFill>
              </a:rPr>
              <a:t>汇报日期：2026年5月8日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566160" cy="96012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数据集中化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9.3万员工档案统一管理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DCFF"/>
                </a:solidFill>
              </a:rPr>
              <a:t>消除信息孤岛，实时掌握全集团人员信息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566160" cy="96012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34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权限精细化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最小粒度到人-系统-操作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DCFF"/>
                </a:solidFill>
              </a:rPr>
              <a:t>部门数据隔离，满足保密资质要求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143000"/>
            <a:ext cx="3566160" cy="9601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234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AI智能化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自然语言查数据，秒级响应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CDCFF"/>
                </a:solidFill>
              </a:rPr>
              <a:t>非技术人员自主查询，解放IT生产力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176272"/>
            <a:ext cx="109728" cy="228600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21579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B4C8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68880"/>
            <a:ext cx="11247120" cy="292608"/>
          </a:xfrm>
          <a:prstGeom prst="rect">
            <a:avLst/>
          </a:prstGeom>
          <a:solidFill>
            <a:srgbClr val="F0F7FC"/>
          </a:solidFill>
          <a:ln w="63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0545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0A0"/>
                </a:solidFill>
              </a:rPr>
              <a:t>已完成  |  6大核心模块已上线运行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52928"/>
            <a:ext cx="182880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89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人员管理系统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CDCFF"/>
                </a:solidFill>
              </a:rPr>
              <a:t>9.3万员工 · 80+字段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852928"/>
            <a:ext cx="1828800" cy="59436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889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IT资产系统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CDCFF"/>
                </a:solidFill>
              </a:rPr>
              <a:t>1000+办公电脑+500+工控机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2852928"/>
            <a:ext cx="1828800" cy="59436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5" y="2889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安全管控平台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5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CDCFF"/>
                </a:solidFill>
              </a:rPr>
              <a:t>涉密人/物/区域/文件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35623" y="2852928"/>
            <a:ext cx="1828800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3" y="2889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AI智能问答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3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CDCFF"/>
                </a:solidFill>
              </a:rPr>
              <a:t>意图识别+SQL生成+自然语言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431" y="2852928"/>
            <a:ext cx="1828800" cy="59436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1" y="2889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权限安全加固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871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CDCFF"/>
                </a:solidFill>
              </a:rPr>
              <a:t>CSRF+XSS+密码策略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2852928"/>
            <a:ext cx="182880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2889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界面统一优化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CDCFF"/>
                </a:solidFill>
              </a:rPr>
              <a:t>小米设计风格一致体验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520440"/>
            <a:ext cx="109728" cy="228600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88736" y="35021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B4C8"/>
                </a:solidFill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566160"/>
            <a:ext cx="11247120" cy="292608"/>
          </a:xfrm>
          <a:prstGeom prst="rect">
            <a:avLst/>
          </a:prstGeom>
          <a:solidFill>
            <a:srgbClr val="FFF8EB"/>
          </a:solidFill>
          <a:ln w="6350">
            <a:solidFill>
              <a:srgbClr val="FF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60273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5000"/>
                </a:solidFill>
              </a:rPr>
              <a:t>收尾中  |  安全测试 + 全面回归测试 + 性能优化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31920"/>
            <a:ext cx="21488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31920"/>
            <a:ext cx="1933956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968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34D399"/>
                </a:solidFill>
              </a:rPr>
              <a:t>90%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9684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65D"/>
                </a:solidFill>
              </a:rPr>
              <a:t>日志审计收尾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6464"/>
                </a:solidFill>
              </a:rPr>
              <a:t>操作留痕 · 合规审计追溯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7480" y="3931920"/>
            <a:ext cx="21488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97480" y="3931920"/>
            <a:ext cx="1933956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3968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C107"/>
                </a:solidFill>
              </a:rPr>
              <a:t>90%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88920" y="39684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65D"/>
                </a:solidFill>
              </a:rPr>
              <a:t>安全测试收尾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6464"/>
                </a:solidFill>
              </a:rPr>
              <a:t>代码审计 · 渗透测试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3931920"/>
            <a:ext cx="21488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37760" y="3931920"/>
            <a:ext cx="1611630" cy="50292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3968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70D2"/>
                </a:solidFill>
              </a:rPr>
              <a:t>75%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39684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65D"/>
                </a:solidFill>
              </a:rPr>
              <a:t>全面回归测试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6464"/>
                </a:solidFill>
              </a:rPr>
              <a:t>功能验证 · 性能测试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3931920"/>
            <a:ext cx="21488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78040" y="3931920"/>
            <a:ext cx="128930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3968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8080"/>
                </a:solidFill>
              </a:rPr>
              <a:t>60%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39684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65D"/>
                </a:solidFill>
              </a:rPr>
              <a:t>数据库优化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948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6464"/>
                </a:solidFill>
              </a:rPr>
              <a:t>索引 · 字段长度 · 导入效率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3931920"/>
            <a:ext cx="21488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418320" y="3931920"/>
            <a:ext cx="1074420" cy="50292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18520" y="39684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05050"/>
                </a:solidFill>
              </a:rPr>
              <a:t>50%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39684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65D"/>
                </a:solidFill>
              </a:rPr>
              <a:t>文档完善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4206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6464"/>
                </a:solidFill>
              </a:rPr>
              <a:t>用户手册 · 部署文档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553712"/>
            <a:ext cx="11247120" cy="292608"/>
          </a:xfrm>
          <a:prstGeom prst="rect">
            <a:avLst/>
          </a:prstGeom>
          <a:solidFill>
            <a:srgbClr val="EBF2FF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459028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C82"/>
                </a:solidFill>
              </a:rPr>
              <a:t>里程碑  |  上线倒计时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" y="4937760"/>
            <a:ext cx="2606040" cy="5303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19" y="49743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5/14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19" y="5239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DCFF"/>
                </a:solidFill>
              </a:rPr>
              <a:t>安全收尾完成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29000" y="4937760"/>
            <a:ext cx="2606040" cy="53035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20440" y="49743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5/21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20440" y="5239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DCFF"/>
                </a:solidFill>
              </a:rPr>
              <a:t>全面测试完成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4937760"/>
            <a:ext cx="2606040" cy="53035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9359" y="49743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5/28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59" y="5239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DCFF"/>
                </a:solidFill>
              </a:rPr>
              <a:t>优化文档完成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06840" y="4937760"/>
            <a:ext cx="2606040" cy="530352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98280" y="49743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6/7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98280" y="5239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DCFF"/>
                </a:solidFill>
              </a:rPr>
              <a:t>正式上线运行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37560" y="5193792"/>
            <a:ext cx="182880" cy="36576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26480" y="5193792"/>
            <a:ext cx="182880" cy="36576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915400" y="5193792"/>
            <a:ext cx="182880" cy="36576"/>
          </a:xfrm>
          <a:prstGeom prst="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534924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4132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C8E6"/>
                </a:solidFill>
              </a:rPr>
              <a:t>系统规模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93,000+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员工档案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9344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55064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1,000+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55064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办公电脑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61488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07208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500+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7208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工控机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913632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59352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200+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59352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部门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65776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11496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7级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11496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角色权限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17920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63640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CSRF+XSS+SQL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安全防护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70064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15784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15784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智能问答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22208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67928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67928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API接口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74352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720072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B/S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720072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混合架构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826496" y="5669280"/>
            <a:ext cx="1097280" cy="658368"/>
          </a:xfrm>
          <a:prstGeom prst="rect">
            <a:avLst/>
          </a:prstGeom>
          <a:solidFill>
            <a:srgbClr val="28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872216" y="56875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秒级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872216" y="59984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6B4DC"/>
                </a:solidFill>
              </a:rPr>
              <a:t>查询响应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01200" y="63276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296B4"/>
                </a:solidFill>
              </a:rPr>
              <a:t>数据截至：2026-05-08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632764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296B4"/>
                </a:solidFill>
              </a:rPr>
              <a:t>Enterprise Asset &amp; Security Management Platform v1.3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